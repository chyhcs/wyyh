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Relationship Id="rId3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24528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四阶段共 608 课时、约 79 个工作日，RNP 核心团队从跟岗到独立操作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术语：文本大模型（NLP）处理文字的理解与生成；语音识别（ASR）将语音转为文字；语音合成（TTS）将文字转为语音；Token 是模型计量文本的单位，约等于一个词或词的一部分；Stage 1 / Stage 2 是两批算力对应的两个建设阶段。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平台软件及授权、部署配置、API 接入说明、验收报告与运维文档；验收后由 RNP 管理，讯飞现场陪伴 12 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11274552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043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73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673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969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599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599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培训 RNP 人员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巴西葡语国家模型：讯飞训练，RNP 提供语料，权重交付 RNP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文本大模型（≥290B 参数）、语音识别、语音合成各 1 个；权重、版本清单、模型卡、评测报告和部署说明交付 RNP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语料准备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生产葡语语料；讯飞提供规范、工具、试批和抽样质检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在讯飞已有的基础模型上，用葡语语料继续训练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测试集与通过规则双方确定；讯飞出评测报告，RNP 专家评审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本地交付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部署在巴西环境，交付权重；12 个月内文本模型升级 3 次、语音各 1 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训练、评测、交付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交付后 12 个月持续优化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生产葡语语料并取得授权，约 500 亿 Token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专家参与评测评审；组织验收与发布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第一阶段工作量最大的是语料；数据团队和葡语专家需最早到位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国民 APP（手机、电脑多终端）和数据运营平台，面向 RNP 批准的用户；提供问答、检索、文档阅读、语音对话、写作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功能、用户范围、内容规则双方共同确定；RNP 参与产品定义与功能设计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在标准产品上做葡语界面与本地化配置，采用 RNP 的品牌和内容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提供本地系统接口、账号凭证与搜索等第三方服务，讯飞完成集成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扩展运行；之后由 RNP 运营并自主演进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1188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033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069080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交付标准产品与本地化配置；接通接口、配置平台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APP 演示已在第 3 页平台演示中安排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61188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7033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069080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参与产品定义与功能设计，提供内容、品牌与本地系统接口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审批用户；上线后由产品、运营和审核团队承接，可在交付版本上自主演进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663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2120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容量按 1,000 路并发问答配置并实测；产品团队在需求阶段即需到位，运营团队在 Stage 1 交付前到位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3 项行业模型辅助训练服务，每项 1 个固定场景；讯飞交付可行性分析、方案、指导记录和分析报告，模型权重由 RNP 训练产生、归 RNP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明确用户、输入输出和边界，签署确认书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准备训练、验证与独立评测数据和环境；训练路线双方共同确定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在训练中心训练；讯飞给参数建议、看训练日志、协助分析问题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的实际结果完成分析，核对指导记录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可行性分析与技术方案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过程指导：参数建议、训练日志、问题分析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提出场景，准备数据、环境与领域专家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执行训练、评测与业务验收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五个步骤按条件推进：华为出算力，讯飞出软件和模型，RNP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99" y="1691640"/>
            <a:ext cx="5911595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59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91159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999232"/>
            <a:ext cx="9628632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48614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5758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5758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2915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2915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300465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0073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0073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707624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114800"/>
            <a:ext cx="9628632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178808"/>
            <a:ext cx="9628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承担：生产葡语语料并取得授权；自主训练和评测 DLM；审批用户并运营 APP；协调华为算力和环境，组织验收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数据团队、葡语专家、合规审核、项目统筹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采集、标注、质检语料并取得授权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算法与测试工程师、业务领域专家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参与国家模型训练评测，随后自主训练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应用开发与运营、平台运维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承接 APP 运营、用户审批与平台运维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首批组建数据团队与葡语专家，其次配置算法工程师，应用运营团队第三批到位；知识转移的核心学员从三批人员中指定：奠基 50 人、实操 20 人、移交 40 人，名额另计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知识转移的四个阶段：608 课时、约 79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一支核心团队，移交后能独立完成约定的平台运维、训练提交、模型部署与发布；50 人建立基础，20 人深入到实操，40 人承接运维移交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10 个工作日 · 50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8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45 个工作日 · 20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观察协助；覆盖国家模型训练、12 个月内的模型升级与 3 项 DLM 训练等真实任务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3 个工作日 · 20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4564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21 个工作日 · 40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运维团队：交接生产环境、运维流程、资产许可与运行手册；验证独立操作，双方签确认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5321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5778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79 个工作日是培训活动天数，分散在实施期内，不是连续工期；跟岗随真实训练任务安排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模型与数据评测 · 软件栈与生命周期 · 规模化训练与推理 · 检索、智能体与安全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集群调度、模型训练、语料、推理四个方向；定制课程、专家交流、访问学者计划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基础课与专题课在批准的课程计划内；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高端课程、专家交流与访问学者计划为建议项，另行约定，见附录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验收按 SOW、BOQ、功能清单与批准方案执行；新增需求按书面变更处理。会中记录结论，会后形成双方行动清单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附录：12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附录表格“口径”列：SOW = 已写入工作范围　·　方案 = 讯飞技术方案的做法　·　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实施前双方共同确定，蓝字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75488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83717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80974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四阶段共 608 课时、约 79 个工作日：奠基 60、跟岗 360、指导实操 20、正式移交 168 课时；核心学员 50 / 20 / 20 / 40 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0096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42239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394959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通用语料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待确认：讯飞通用语料的投入方式与规模（5/8 答复曾写 300B 以上）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931920"/>
                <a:gridCol w="1417320"/>
                <a:gridCol w="141732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79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50/20/20/40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课时与人数为单轮口径；79 个工作日是培训活动天数之和，不是连续工期；百分比是合格核心学员的培养目标，不是验收阈值；正式移交至少在一年陪伴运维结束前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各阶段学员不要求为同一批人，由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拟访问讯飞团队与相关算力设施；行程、时长、语言和费用另行约定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5、6、12。讲授方法不等于所有交付模型都支持该方法，也不包含新增优化任务；口径：SOW，交流形式中三项为建议。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定制课程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按 RNP 提出的主题定制，例如模型迁移、平台架构设计与实现原理、在华为算力上的训练适配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工程师提出的具体问题做设计评审与咨询，按时长约定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访问学者计划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拟议：以认知智能全国重点实验室名义邀请 5 到 10 名 RNP 研究人员或在读博士到讯飞，参与多语种模型研发，一期约半年；讯飞不收取费用，人选需面试，差旅自理；可计入 RNP 人才培养计划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 608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