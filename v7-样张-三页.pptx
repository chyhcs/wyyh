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巴西葡语国家模型：讯飞训练，RNP 提供语料，权重交付 RNP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292608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详见附录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文本大模型（≥290B 参数）、语音识别、语音合成各 1 个；权重、版本清单、模型卡、评测报告和部署说明交付 RNP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语料准备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生产葡语语料；讯飞提供规范、工具、试批和抽样质检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在讯飞已有的基础模型上，用葡语语料继续训练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测试集与通过规则双方确定；讯飞出评测报告，RNP 专家评审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4564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本地交付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部署在巴西环境，交付权重；12 个月内文本模型升级 3 次、语音各 1 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1188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训练、评测、交付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交付后 12 个月持续优化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361188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生产葡语语料并取得授权，约 500 亿 Token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专家参与评测评审；组织验收与发布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206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第一阶段工作量最大的是语料；数据团队和葡语专家需最早到位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五个步骤按条件推进：华为出算力，讯飞出软件和模型，RNP 出数据和运营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199" y="1691640"/>
            <a:ext cx="5911595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59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20155" y="2011680"/>
            <a:ext cx="591159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114800"/>
            <a:ext cx="9628632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178808"/>
            <a:ext cx="96286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999232"/>
            <a:ext cx="9628632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完成标志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平台验收，语料试批合格</a:t>
            </a:r>
          </a:p>
        </p:txBody>
      </p:sp>
      <p:sp>
        <p:nvSpPr>
          <p:cNvPr id="14" name="Oval 13"/>
          <p:cNvSpPr/>
          <p:nvPr/>
        </p:nvSpPr>
        <p:spPr>
          <a:xfrm>
            <a:off x="348614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5758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5758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完成标志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文本与语音模型评测通过</a:t>
            </a:r>
          </a:p>
        </p:txBody>
      </p:sp>
      <p:sp>
        <p:nvSpPr>
          <p:cNvPr id="17" name="Oval 16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2915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2915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完成标志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APP Stage 1 交付；DLM 确认书签署</a:t>
            </a:r>
          </a:p>
        </p:txBody>
      </p:sp>
      <p:sp>
        <p:nvSpPr>
          <p:cNvPr id="20" name="Oval 19"/>
          <p:cNvSpPr/>
          <p:nvPr/>
        </p:nvSpPr>
        <p:spPr>
          <a:xfrm>
            <a:off x="8300465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0073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0073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完成标志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3" name="Oval 22"/>
          <p:cNvSpPr/>
          <p:nvPr/>
        </p:nvSpPr>
        <p:spPr>
          <a:xfrm>
            <a:off x="10707624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完成标志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移交确认签署，进入陪伴运维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知识转移的四个阶段：578 小时、约 74 个工作日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292608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详见附录 A8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一支核心团队，移交后能独立完成约定的平台运维、训练提交、模型部署与发布；30 人建立基础，10 人深入到独立操作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2103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C00000"/>
                </a:solidFill>
                <a:latin typeface="微软雅黑"/>
                <a:ea typeface="微软雅黑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23744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小时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5 个工作日 · 30 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228142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2988" y="1920240"/>
            <a:ext cx="2647188" cy="2103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5868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3774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988" y="2523744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小时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5868" y="2926080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45 个工作日 · 10 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5868" y="3246120"/>
            <a:ext cx="228142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观察协助：数据集、训练任务、评测、发布、基础运维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1920240"/>
            <a:ext cx="2647188" cy="2103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3774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523744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小时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2926080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3 个工作日 · 10 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246120"/>
            <a:ext cx="228142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操作：数据处理、训练提交、模型部署、监控与故障处理；双方签实操记录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4564" y="1920240"/>
            <a:ext cx="2647188" cy="2103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67444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7444" y="23774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7564" y="2523744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小时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7444" y="2926080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21 个工作日 · 10 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7444" y="3246120"/>
            <a:ext cx="2281428" cy="731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移交资产、许可、配置、接口文档与运行手册；验证独立操作，双方签确认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251960"/>
            <a:ext cx="5500116" cy="10972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34340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709160"/>
            <a:ext cx="5042916" cy="585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1636" y="4251960"/>
            <a:ext cx="5500116" cy="10972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0236" y="434340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0236" y="4709160"/>
            <a:ext cx="5042916" cy="585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74 个工作日是培训活动天数，分散在实施期内，不是连续工期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