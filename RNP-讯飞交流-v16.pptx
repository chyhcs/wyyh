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1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文本大模型加语音识别、语音合成；讯飞先行增强葡语基座并训练，权重交付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　① 文本大模型（NLP）处理文字的理解与生成　② 语音识别（ASR）将语音转为文字　③ 语音合成（TTS）将文字转为语音　④ Token 是模型计量文本的单位，约等于一个词或词的一部分　⑤ Stage 1 / Stage 2 是两批算力对应的两个建设阶段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讯飞交付　① 平台软件及授权　② 部署配置　③ API 接入说明　④ 验收报告　⑤ 运维文档；验收后由 RNP 管理，讯飞现场陪伴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交付 ① 文本大模型（≥290B 参数）　② 语音识别　③ 语音合成，各 1 个；随附权重、模型卡、评测报告与部署说明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7904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3664"/>
            <a:ext cx="2647188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929384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249424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87168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中国境内自有算力采集公开葡语语料，增强基座的通用葡语能力；语料一并提交巴西方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282696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3101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20439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巴西生产语料并取得授权，约 500 亿 Token；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协调数据中心建成前的算力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29767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48055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增强后的基座 + 本地语料库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18104" y="263804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2988" y="1883664"/>
            <a:ext cx="2647188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9292" y="1929384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1004" y="2249424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9020" y="22768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9020" y="2487168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在增强后的基座上继续训练，产出 NLP、ASR、TTS 三个模型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61004" y="3282696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9020" y="33101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9020" y="3520439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按讯飞规范持续供料，配合抽样质检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429767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48055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NLP ≥290B、ASR、TTS 各 1 个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93892" y="263804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08776" y="1883664"/>
            <a:ext cx="2647188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929384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2249424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22768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2487168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出具评测报告：回归、鲁棒性、偏见、安全与文化适配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3282696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3101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520439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共同确定测试集与通过规则；葡语与领域专家评审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29767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48055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评测报告，双方签认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869680" y="263804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84564" y="1883664"/>
            <a:ext cx="2647188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0868" y="1929384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本地交付与持续优化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2580" y="2249424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0596" y="22768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0596" y="2487168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巴西环境部署，交付权重与模型卡；12 个月内 NLP 升级 3 次、语音各 1 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12580" y="3282696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40596" y="33101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0596" y="3520439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组织验收与发布；按 A2 的上限提供升级语料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429767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48055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权重、版本清单、模型卡、部署说明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08406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129783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基座增强先行，不占用巴西算力，也不必等本地语料齐备才开始；本地语料和算力到位即可进入训练，工期风险更小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交付 ① 国民 APP（多终端）　② 数据运营平台，面向 RNP 批准的授权用户；问答 1,000 路并发、语音识别与合成各 200 路，分别实测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11274552" cy="1042415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3619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554480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79" y="1554480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3075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3075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1208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研究辅助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7472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7472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语音输入与朗读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5604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5604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笔记与写作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88336"/>
            <a:ext cx="264718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734056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3054096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0815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291839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提供标准产品能力清单与可配置项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3813048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8404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050791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参与产品定义与功能设计；定用户范围、内容规则与品牌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553712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736592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需求与功能设计文档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118104" y="330555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32988" y="2688336"/>
            <a:ext cx="264718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9292" y="2734056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61004" y="3054096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9020" y="30815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9020" y="3291839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葡语界面与本地化配置，接入 RNP 品牌与内容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61004" y="3813048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9020" y="38404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9020" y="4050791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提供品牌素材与栏目内容；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 PPT 与公文模板待适配验证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9020" y="4553712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9020" y="4736592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按指定浏览器与操作系统验证通过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93892" y="330555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08776" y="2688336"/>
            <a:ext cx="264718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2734056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36792" y="3054096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4808" y="30815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8" y="3291839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完成接口对接与联调，提供开发者文档与示例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36792" y="3813048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8" y="38404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4050791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提供本地系统接口与账号凭证；落实第三方 API 的额度与许可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553712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4736592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HTTP/REST/JSON/WebSocket 接口联调通过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8869680" y="330555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84564" y="2688336"/>
            <a:ext cx="264718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0868" y="2734056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12580" y="3054096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0596" y="30815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40596" y="3291839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扩展运行；移交运维文档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12580" y="3813048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0596" y="38404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40596" y="4050791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审批用户；产品、运营与审核团队承接并自主演进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40596" y="4553712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0596" y="4736592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APP 与数据运营平台上线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340096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385816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74552" cy="43891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17904"/>
            <a:ext cx="949147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个边界清晰的固定场景；领域由 RNP 提出、讯飞评估可行性；模型权重由 RNP 训练产生并归 RNP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66543"/>
            <a:ext cx="2647188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112263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432303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597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70048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评估领域可行性并出技术方案；核实基座版本、规模与许可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396996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244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34739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提出领域与场景，明确用户、输入输出和边界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4339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2627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签署《DLM 场景及技术方案确认书》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18104" y="278663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2988" y="2066543"/>
            <a:ext cx="2647188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9292" y="2112263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1004" y="2432303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9020" y="24597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9020" y="2670048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给出路线建议（LoRA-SFT、SFT、GRPO 等），每项确认 1 条主要路线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1004" y="3396996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9020" y="34244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3634739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提供训练、验证、安全与独立评测数据及环境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34339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9020" y="452627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数据与训练路线书面确认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278663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8776" y="2066543"/>
            <a:ext cx="2647188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112263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2432303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4597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2670048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按约定工作量提供参数建议、查看训练日志、协助分析问题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3396996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4244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634739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在模型训练中心执行训练与评测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34339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52627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指导记录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869680" y="278663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84564" y="2066543"/>
            <a:ext cx="2647188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0868" y="2112263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2580" y="2432303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0596" y="24597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0596" y="2670048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的实际结果完成分析报告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580" y="3396996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0596" y="34244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3634739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核对指导记录，完成业务验收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34339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0596" y="452627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服务验收，与模型效果目标分开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065776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生产部署、API 开发与应用集成不在本服务内，可另行约定。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44982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5495544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　① 华为出算力　② 讯飞出软件和模型　③ 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　① 生产葡语语料并取得授权　② 自主训练和评测 DLM　③ 审批用户并运营 APP　④ 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课时，实施两个轮次；移交后 RNP 能独立完成　① 平台运维　② 训练提交　③ 模型部署　④ 版本发布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664208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664208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664208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2988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5868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观察协助；覆盖国家模型训练、12 个月内的模型升级与 3 项 DLM 训练等真实任务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4564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444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运维团队：交接生产环境、运维流程、资产许可与运行手册；验证独立操作，双方签确认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0468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50407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模型与数据评测 · 软件栈与生命周期 · 规模化训练与推理 · 检索、智能体与安全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集群调度、模型训练、语料、推理四个方向；专家研讨、一对一咨询、中国考察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验收依据　① SOW　② BOQ　③ 功能清单　④ 批准方案；新增需求按书面变更处理。会中记录结论，会后形成双方行动清单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附录：13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13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