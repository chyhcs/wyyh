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本次交流讲四件事：讯飞交付什么、怎么做、双方怎么分工、巴方人员怎样学会并接手。依据 Mota 电话中 RNP 的诉求。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先回答最基本的问题：讯飞这部分最终形成什么，各有什么用，巴方要做什么。展示材料要标明是案例还是本项目交付。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回答“这些工作怎样安排在一起”。只给讯飞内部排期不够，RNP 需要据此编制自己的计划。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Mota 原话是三方责任：我们的、你们的、他们的。华为平台依赖单列，避免 RNP 把算力、环境的事算到讯飞头上。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 Mota 电话最直接的回应：巴方要安排多少人、什么人、什么时候投入。区分承担项目任务的人和只上课的人。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第一层是项目内、已在报价中的知识转移；第二层是可选、单独报价的深入研修。学完能做什么要正面写清，避免客户期望学完就能自己做国家模型。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让交流形成推进：哪些已对齐、哪些未定、谁负责补什么。这次会相当于锁定 SOW，争取技术部分当场基本谈定。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</a:rPr>
              <a:t>葡语大模型、应用与领域模型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待填：日期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待填：汇报人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SOW、报价与技术方案为准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7772400" cy="5029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 = 待填或待核实（日期、人名、数字、场景、口径）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066543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28800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葡语基础模型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852928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3090672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52928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应用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877056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4114800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877056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901184"/>
            <a:ext cx="2651760" cy="685800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901184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讯飞交付什么：三项成果，一套能力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544824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5272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D1D1A"/>
                </a:solidFill>
                <a:latin typeface="微软雅黑"/>
                <a:ea typeface="微软雅黑"/>
              </a:rPr>
              <a:t>葡语基础模型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30876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葡语政务问答与文本处理的基础能力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84448"/>
            <a:ext cx="30876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巴方提供语料并参与评测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051560"/>
            <a:ext cx="3544824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0664" y="130759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584" y="125272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D1D1A"/>
                </a:solidFill>
                <a:latin typeface="微软雅黑"/>
                <a:ea typeface="微软雅黑"/>
              </a:rPr>
              <a:t>应用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01168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350008"/>
            <a:ext cx="30876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政务人员直接使用的葡语智能应用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场景：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324612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0664" y="3584448"/>
            <a:ext cx="30876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巴方提供系统接口并确认业务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6928" y="1051560"/>
            <a:ext cx="3544824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5528" y="130759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8448" y="125272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5528" y="201168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5528" y="2350008"/>
            <a:ext cx="30876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 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待填：领域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具体业务问题的专用模型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5528" y="324612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5528" y="3584448"/>
            <a:ext cx="30876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巴方选定领域、提供数据与专家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11274552" cy="9144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项目内知识转移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01768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巴方人员在参与以上三项工作的过程中，学会数据处理、模型训练与调优、应用开发与运行。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以上四项均在当前方案范围内；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范围口径以 SOW 与报价核对为准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怎么做：一条路径，五个阶段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50084" cy="2743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53642" y="1463040"/>
            <a:ext cx="457200" cy="45720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8672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数据准备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68432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收集与清洗葡语语料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巴方提供政务语料与授权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4716" y="245973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3316" y="1188720"/>
            <a:ext cx="2050084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59759" y="1463040"/>
            <a:ext cx="457200" cy="45720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4756" y="2057400"/>
            <a:ext cx="18672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6196" y="2606040"/>
            <a:ext cx="168432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训练葡语底座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双方共同评审评测结果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0833" y="245973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9433" y="1188720"/>
            <a:ext cx="2050084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65876" y="1463040"/>
            <a:ext cx="457200" cy="45720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0873" y="2057400"/>
            <a:ext cx="18672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应用与领域开发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2313" y="2606040"/>
            <a:ext cx="168432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开发 APP 与领域模型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巴方技术人员一起做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6950" y="245973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5550" y="1188720"/>
            <a:ext cx="2050084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1992" y="1463040"/>
            <a:ext cx="457200" cy="45720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990" y="2057400"/>
            <a:ext cx="18672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部署与验收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8430" y="2606040"/>
            <a:ext cx="168432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部署到华为平台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试运行、验收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53067" y="245973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1667" y="1188720"/>
            <a:ext cx="2050084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78109" y="1463040"/>
            <a:ext cx="457200" cy="45720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3107" y="2057400"/>
            <a:ext cx="18672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交接与支持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4547" y="2606040"/>
            <a:ext cx="168432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移交模型、应用与文档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支持期内响应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时间与里程碑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365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各阶段时间：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　　关键里程碑：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阶段名称与数量按实际方案确定。RNP 据此编制本方项目计划。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谁做什么：讯飞、RNP、华为平台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44824" cy="39319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9961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996184" cy="29260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数据处理、模型训练与评测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APP 与领域模型开发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交付模型、应用与文档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在项目中带巴方人员一起做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支持期内技术支持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097280"/>
            <a:ext cx="3544824" cy="39319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6384" y="1325880"/>
            <a:ext cx="29961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6384" y="1965960"/>
            <a:ext cx="2996184" cy="29260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提供葡语语料并落实授权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指定联合团队，投入人员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安排领域专家，确认业务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组织测试与验收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接手运行与后续更新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928" y="1097280"/>
            <a:ext cx="3544824" cy="39319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1248" y="1325880"/>
            <a:ext cx="299618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B35400"/>
                </a:solidFill>
                <a:latin typeface="微软雅黑"/>
                <a:ea typeface="微软雅黑"/>
              </a:rPr>
              <a:t>华为平台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1248" y="1965960"/>
            <a:ext cx="2996184" cy="29260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训练与推理算力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部署环境与网络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数据中心运维衔接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共同处理的事项（数据质量、实施条件）由双方一起负责，不单方面归给 RNP。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RNP 需要投入的人员与资源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1" cy="3154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4206240"/>
                <a:gridCol w="3200400"/>
                <a:gridCol w="1856231"/>
              </a:tblGrid>
              <a:tr h="41148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基础要求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项目负责人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统筹巴方资源，对接讯飞与华为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项目管理，英语沟通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定义业务问题，评价领域成果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领域业务经验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语料收集、清洗、标注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Python，数据处理基础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参与训练、评测与调优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Python，机器学习基础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参与应用开发与系统对接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软件开发经验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部署、运行与监控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Linux 与容器基础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09160"/>
            <a:ext cx="11274552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818888"/>
            <a:ext cx="9537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数据与授权　·　环境与访问　·　业务系统接口　·　测试条件　　到位时间：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RNP 据此编制本方参与计划；角色按实际任务取舍。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知识转移：两层安排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54396" cy="393192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已包含在当前报价 · 不另收费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90575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3B7A1A"/>
                </a:solidFill>
                <a:latin typeface="微软雅黑"/>
                <a:ea typeface="微软雅黑"/>
              </a:rPr>
              <a:t>项目内知识转移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905756" cy="23774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方式：讲解、示范、共同操作、指导实践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对象：参与项目的巴方人员，名额 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结果：能独立完成数据处理、模型微调、应用部署与运行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语言：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1097280"/>
            <a:ext cx="5454396" cy="39319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3716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可选 · 单独报价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874519"/>
            <a:ext cx="490575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B35400"/>
                </a:solidFill>
                <a:latin typeface="微软雅黑"/>
                <a:ea typeface="微软雅黑"/>
              </a:rPr>
              <a:t>核心人才深入研修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468880"/>
            <a:ext cx="4905756" cy="23774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对象：少数有编程与模型基础的人员，人数 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方向：模型训练与调优、蒸馏、评测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形式与周期：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价格：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不覆盖：讯飞 SOW 以外的工作包。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“已包含”口径以 SOW 与报价核对为准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本次需要确认的事项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2" cy="3703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846320"/>
                <a:gridCol w="1828800"/>
                <a:gridCol w="4599432"/>
              </a:tblGrid>
              <a:tr h="41148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 / 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模型、应用与领域工作的目标与范围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RNP 参与人员与资源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实施阶段与时间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知识转移名额与能力目标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可选研修是否需要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范围与费用归属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待填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会中记录结论，会后形成双方行动；材料中出现的内容不等于双方已承诺。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