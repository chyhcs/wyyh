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文本大模型加语音识别、语音合成；讯飞先行增强葡语基座并训练，权重交付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57276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5179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57276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5179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57276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5179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7393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第 1 步 · 语料与基座准备：两条线同时进行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29968"/>
            <a:ext cx="5500116" cy="85953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066543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讯飞 · 在中国境内先行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377440"/>
            <a:ext cx="50612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投入自有算力采集公开葡语语料，继续训练讯飞基础模型，提升其通用葡语能力；采集到的公开语料一并提交巴西方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2029968"/>
            <a:ext cx="5500116" cy="85953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092" y="2066543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RNP · 在巴西同步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092" y="2377440"/>
            <a:ext cx="50612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并协调数据中心建成前用于语料采集与处理的算力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；讯飞提供规范、工具、试批和抽样质检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9260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本地语料就绪、算力到位后进入训练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98464" y="2926080"/>
            <a:ext cx="201168" cy="256032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1868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第 2–4 步 · 训练、评测与本地交付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05784" cy="85953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11296"/>
            <a:ext cx="3203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训练国家模型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03904"/>
            <a:ext cx="32034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在已具备通用葡语能力的基础模型上继续训练，产出巴西葡语国家模型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076699" y="37947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1584" y="3474720"/>
            <a:ext cx="3605784" cy="85953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2752" y="3511296"/>
            <a:ext cx="3203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2752" y="3803904"/>
            <a:ext cx="32034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11084" y="37947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25968" y="3474720"/>
            <a:ext cx="3605784" cy="85953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7136" y="3511296"/>
            <a:ext cx="3203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7136" y="3803904"/>
            <a:ext cx="32034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62272"/>
            <a:ext cx="5500116" cy="11155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919472"/>
            <a:ext cx="5042916" cy="6035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先行采集公开葡语语料、增强基础模型的通用葡语能力，使用讯飞在中国境内的自有算力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训练、评测与交付；交付后 12 个月持续优化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1636" y="4462272"/>
            <a:ext cx="5500116" cy="11155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0236" y="4919472"/>
            <a:ext cx="5042916" cy="6035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生产本地葡语语料并取得授权，约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协调数据中心建成前用于语料采集与处理的算力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687568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3328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基座增强先行，不占用巴西算力，也不必等本地语料齐备才开始；本地语料和算力到位即可进入国家模型训练，工期风险更小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与数据运营平台，面向 RNP 批准的授权用户；讯飞交付软件与本地化，内容、用户和运营由 RNP 负责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675120" cy="2331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3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82896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7788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7788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2345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2345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文档阅读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6902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6902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语音对话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31459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1459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写作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91840"/>
            <a:ext cx="616305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批准的授权用户；问答容量按 1,000 路并发配置并实测。数据运营平台供 RNP 查看用量与管理内容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4325112" cy="2331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怎么落地 · 四步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1214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212140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350008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功能、用户范围与内容规则共同确定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56946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256946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798064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葡语界面与配置，采用 RNP 品牌和内容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30175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632" y="3017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3246120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提供接口与凭证，讯飞完成集成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46557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3465576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369417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Stage 1 初交付，Stage 2 扩展后自主运营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87952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79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45152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交付标准产品与本地化配置；接通接口、配置平台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4187952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0236" y="4279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0236" y="4645152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参与产品定义与功能设计，提供内容、品牌与本地系统接口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审批用户；上线后由产品、运营和审核团队承接，可在交付版本上自主演进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596128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4184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8249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5506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个固定场景；讯飞交付可行性分析、技术方案、指导记录与分析报告，模型权重由 RNP 训练产生、归 RNP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步骤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542032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596896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提出可行性分析与技术方案，明确用户、输入输出和边界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542032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596896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提出业务场景，签署场景确认书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3291839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3346703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给出训练路线建议，与 RNP 共同确定技术路线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291839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3346703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准备训练、验证与独立评测数据和环境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1648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4164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041648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8648" y="4096511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参数建议、查看训练日志、协助分析问题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4041648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4096511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在模型训练中心执行训练与评测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91456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914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4791456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4846320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的实际结果完成分析报告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4791456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0648" y="4846320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核对指导记录，完成业务验收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课时，实施两个轮次；每轮 50 人建立基础，20 人深入实操，40 人承接运维移交，移交后能独立完成约定的平台运维、训练提交、模型部署与发布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6420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6420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6420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0468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7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集群调度、模型训练、语料、推理四个方向；专家研讨、一对一咨询、中国考察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