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5.xml"/><Relationship Id="rId3" Type="http://schemas.openxmlformats.org/officeDocument/2006/relationships/slide" Target="slide24.xml"/><Relationship Id="rId4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4.xml"/><Relationship Id="rId3" Type="http://schemas.openxmlformats.org/officeDocument/2006/relationships/slide" Target="slide15.xml"/><Relationship Id="rId4" Type="http://schemas.openxmlformats.org/officeDocument/2006/relationships/slide" Target="slide16.xml"/><Relationship Id="rId5" Type="http://schemas.openxmlformats.org/officeDocument/2006/relationships/slide" Target="slide17.xml"/><Relationship Id="rId6" Type="http://schemas.openxmlformats.org/officeDocument/2006/relationships/slide" Target="slide18.xml"/><Relationship Id="rId7" Type="http://schemas.openxmlformats.org/officeDocument/2006/relationships/slide" Target="slide19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2.xml"/><Relationship Id="rId11" Type="http://schemas.openxmlformats.org/officeDocument/2006/relationships/slide" Target="slide23.xml"/><Relationship Id="rId12" Type="http://schemas.openxmlformats.org/officeDocument/2006/relationships/slide" Target="slide24.xml"/><Relationship Id="rId13" Type="http://schemas.openxmlformats.org/officeDocument/2006/relationships/slide" Target="slide2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3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2452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个工作日，累计学员名额 260 个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6" name="Rectangle 5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8" name="Rectangle 7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语料准备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第一阶段工作量最大的是语料；数据团队和葡语专家需最早到位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功能、用户范围、内容规则双方共同确定；RNP 参与产品定义与功能设计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在标准产品上做葡语界面与本地化配置，采用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4630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运营并自主演进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交付标准产品与本地化配置；接通接口、配置平台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61188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7033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069080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参与产品定义与功能设计，提供内容、品牌与本地系统接口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审批用户；上线后由产品、运营和审核团队承接，可在交付版本上自主演进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容量按 1,000 路并发问答配置并实测；产品团队在需求阶段即需到位，运营团队在 Stage 1 交付前到位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3 项行业模型辅助训练服务，每项 1 个固定场景；讯飞交付可行性分析、方案、指导记录和分析报告，模型权重由 RNP 训练产生、归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准备训练、验证与独立评测数据和环境；训练路线双方共同确定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在训练中心训练；讯飞给参数建议、看训练日志、协助分析问题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可行性分析与技术方案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过程指导：参数建议、训练日志、问题分析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提出场景，准备数据、环境与领域专家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执行训练、评测与业务验收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99" y="1691640"/>
            <a:ext cx="5911595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91159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99232"/>
            <a:ext cx="9628632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48614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5758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758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2915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5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300465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073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073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707624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14800"/>
            <a:ext cx="962863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178808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课时，实施两个轮次；每轮 50 人建立基础，20 人深入实操，40 人承接运维移交，移交后能独立完成约定的平台运维、训练提交、模型部署与发布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观察协助；覆盖国家模型训练、12 个月内的模型升级与 3 项 DLM 训练等真实任务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8961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运维团队：交接生产环境、运维流程、资产许可与运行手册；验证独立操作，双方签确认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模型与数据评测 · 软件栈与生命周期 · 规模化训练与推理 · 检索、智能体与安全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集群调度、模型训练、语料、推理四个方向；定制课程、专家交流、访问学者计划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高端课程、专家交流与访问学者计划为建议项，另行约定，见附录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附录：12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附录表格“口径”列：SOW = 已写入工作范围　·　方案 = 讯飞技术方案的做法　·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实施前双方共同确定，蓝字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205740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2148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48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51460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谁能用、能接入什么？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应用：服务、容量与接口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306324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315468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15468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52044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406908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416052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416052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52628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5074920"/>
            <a:ext cx="3575304" cy="84124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516636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516636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532120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260 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两轮学员分批参加，各阶段不要求为同一批人，由 RNP 指定稳定且具备基础的学员；正式移交面向运维团队，人数相应放宽；口径：SOW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7114032" y="27432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32688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定制课程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按 RNP 提出的主题定制，例如模型迁移、平台架构设计与实现原理、在华为算力上的训练适配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工程师提出的具体问题做设计评审与咨询，按时长约定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访问学者计划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拟议：以认知智能全国重点实验室名义邀请 5 到 10 名 RNP 研究人员或在读博士到讯飞，参与多语种模型研发，一期约半年；讯飞不收取费用，人选需面试，差旅自理；可计入 RNP 人才培养计划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