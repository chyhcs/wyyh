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APP（手机、电脑多终端）和数据运营平台，面向 RNP 批准的用户；提供问答、检索、文档阅读、语音对话、写作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功能、用户范围、内容规则双方共同确定；RNP 参与产品定义与功能设计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在标准产品上做葡语界面与本地化配置，采用 RNP 的品牌和内容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提供本地系统接口、账号凭证与搜索等第三方服务，讯飞完成集成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扩展运行；之后由 RNP 运营并自主演进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1188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033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69080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交付标准产品与本地化配置；接通接口、配置平台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APP 演示已在第 3 页平台演示中安排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61188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7033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069080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参与产品定义与功能设计，提供内容、品牌与本地系统接口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审批用户；上线后由产品、运营和审核团队承接，可在交付版本上自主演进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663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2120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容量按 1,000 路并发问答配置并实测；产品团队在需求阶段即需到位，运营团队在 Stage 1 交付前到位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知识转移的四个阶段：578 课时、约 74 个工作日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一支核心团队，移交后能独立完成约定的平台运维、训练提交、模型部署与发布；30 人建立基础，10 人深入到独立操作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5 个工作日 · 30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45 个工作日 · 10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3 个工作日 · 10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21 个工作日 · 10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5321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778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74 个工作日是培训活动天数，分散在实施期内，不是连续工期；跟岗随真实训练任务安排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